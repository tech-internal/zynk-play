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6" r:id="rId11"/>
    <p:sldId id="269" r:id="rId12"/>
    <p:sldId id="268" r:id="rId13"/>
    <p:sldId id="25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4E685-7CEB-471A-99B7-F0518052D14D}" v="15" dt="2026-05-14T17:15:13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26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Jain" userId="fdcea7c2b0887179" providerId="LiveId" clId="{221C102C-E714-4DF1-8D92-4101FCA50B14}"/>
    <pc:docChg chg="undo custSel addSld modSld sldOrd">
      <pc:chgData name="Tushar Jain" userId="fdcea7c2b0887179" providerId="LiveId" clId="{221C102C-E714-4DF1-8D92-4101FCA50B14}" dt="2026-05-14T18:41:45.282" v="293" actId="20577"/>
      <pc:docMkLst>
        <pc:docMk/>
      </pc:docMkLst>
      <pc:sldChg chg="addSp delSp modSp mod ord">
        <pc:chgData name="Tushar Jain" userId="fdcea7c2b0887179" providerId="LiveId" clId="{221C102C-E714-4DF1-8D92-4101FCA50B14}" dt="2026-05-14T18:32:02.930" v="274" actId="22"/>
        <pc:sldMkLst>
          <pc:docMk/>
          <pc:sldMk cId="623912400" sldId="256"/>
        </pc:sldMkLst>
        <pc:spChg chg="del">
          <ac:chgData name="Tushar Jain" userId="fdcea7c2b0887179" providerId="LiveId" clId="{221C102C-E714-4DF1-8D92-4101FCA50B14}" dt="2026-05-14T18:30:55.401" v="267" actId="478"/>
          <ac:spMkLst>
            <pc:docMk/>
            <pc:sldMk cId="623912400" sldId="256"/>
            <ac:spMk id="2" creationId="{01BA9CD9-2EE4-B85A-D402-5BFC41C520A4}"/>
          </ac:spMkLst>
        </pc:spChg>
        <pc:spChg chg="del">
          <ac:chgData name="Tushar Jain" userId="fdcea7c2b0887179" providerId="LiveId" clId="{221C102C-E714-4DF1-8D92-4101FCA50B14}" dt="2026-05-14T18:30:53.678" v="266" actId="478"/>
          <ac:spMkLst>
            <pc:docMk/>
            <pc:sldMk cId="623912400" sldId="256"/>
            <ac:spMk id="3" creationId="{0FF0B385-1F98-4217-4087-80A0496F650F}"/>
          </ac:spMkLst>
        </pc:spChg>
        <pc:picChg chg="add mod">
          <ac:chgData name="Tushar Jain" userId="fdcea7c2b0887179" providerId="LiveId" clId="{221C102C-E714-4DF1-8D92-4101FCA50B14}" dt="2026-05-14T18:31:44.436" v="272" actId="27614"/>
          <ac:picMkLst>
            <pc:docMk/>
            <pc:sldMk cId="623912400" sldId="256"/>
            <ac:picMk id="5" creationId="{8B4CE1DD-54C4-620E-EFD0-586DDAD8DA16}"/>
          </ac:picMkLst>
        </pc:picChg>
        <pc:picChg chg="add del">
          <ac:chgData name="Tushar Jain" userId="fdcea7c2b0887179" providerId="LiveId" clId="{221C102C-E714-4DF1-8D92-4101FCA50B14}" dt="2026-05-14T18:32:02.930" v="274" actId="22"/>
          <ac:picMkLst>
            <pc:docMk/>
            <pc:sldMk cId="623912400" sldId="256"/>
            <ac:picMk id="7" creationId="{D0123DCF-6218-0D9A-A24D-AC4C2E9C5809}"/>
          </ac:picMkLst>
        </pc:picChg>
      </pc:sldChg>
      <pc:sldChg chg="addSp modSp mod">
        <pc:chgData name="Tushar Jain" userId="fdcea7c2b0887179" providerId="LiveId" clId="{221C102C-E714-4DF1-8D92-4101FCA50B14}" dt="2026-05-14T14:52:06.989" v="34" actId="207"/>
        <pc:sldMkLst>
          <pc:docMk/>
          <pc:sldMk cId="3633977724" sldId="257"/>
        </pc:sldMkLst>
        <pc:spChg chg="add mod">
          <ac:chgData name="Tushar Jain" userId="fdcea7c2b0887179" providerId="LiveId" clId="{221C102C-E714-4DF1-8D92-4101FCA50B14}" dt="2026-05-14T14:52:06.989" v="34" actId="207"/>
          <ac:spMkLst>
            <pc:docMk/>
            <pc:sldMk cId="3633977724" sldId="257"/>
            <ac:spMk id="19" creationId="{CC970AE7-BA09-845B-724A-7E280E4E56B6}"/>
          </ac:spMkLst>
        </pc:spChg>
      </pc:sldChg>
      <pc:sldChg chg="addSp delSp modSp mod">
        <pc:chgData name="Tushar Jain" userId="fdcea7c2b0887179" providerId="LiveId" clId="{221C102C-E714-4DF1-8D92-4101FCA50B14}" dt="2026-05-14T14:56:56.956" v="90" actId="207"/>
        <pc:sldMkLst>
          <pc:docMk/>
          <pc:sldMk cId="29499036" sldId="258"/>
        </pc:sldMkLst>
        <pc:spChg chg="del">
          <ac:chgData name="Tushar Jain" userId="fdcea7c2b0887179" providerId="LiveId" clId="{221C102C-E714-4DF1-8D92-4101FCA50B14}" dt="2026-05-14T14:50:22.752" v="1" actId="478"/>
          <ac:spMkLst>
            <pc:docMk/>
            <pc:sldMk cId="29499036" sldId="258"/>
            <ac:spMk id="2" creationId="{30479576-BCD3-10B6-5A15-B8BA5C1964A2}"/>
          </ac:spMkLst>
        </pc:spChg>
        <pc:spChg chg="del">
          <ac:chgData name="Tushar Jain" userId="fdcea7c2b0887179" providerId="LiveId" clId="{221C102C-E714-4DF1-8D92-4101FCA50B14}" dt="2026-05-14T14:50:20.637" v="0" actId="478"/>
          <ac:spMkLst>
            <pc:docMk/>
            <pc:sldMk cId="29499036" sldId="258"/>
            <ac:spMk id="3" creationId="{87C6B26D-A061-680B-8D0B-EDD6C126C2F8}"/>
          </ac:spMkLst>
        </pc:spChg>
        <pc:spChg chg="add mod">
          <ac:chgData name="Tushar Jain" userId="fdcea7c2b0887179" providerId="LiveId" clId="{221C102C-E714-4DF1-8D92-4101FCA50B14}" dt="2026-05-14T14:54:14.100" v="62" actId="14100"/>
          <ac:spMkLst>
            <pc:docMk/>
            <pc:sldMk cId="29499036" sldId="258"/>
            <ac:spMk id="5" creationId="{36D52D8C-D9C2-851D-54AB-F579B47387EF}"/>
          </ac:spMkLst>
        </pc:spChg>
        <pc:spChg chg="add mod">
          <ac:chgData name="Tushar Jain" userId="fdcea7c2b0887179" providerId="LiveId" clId="{221C102C-E714-4DF1-8D92-4101FCA50B14}" dt="2026-05-14T14:56:56.956" v="90" actId="207"/>
          <ac:spMkLst>
            <pc:docMk/>
            <pc:sldMk cId="29499036" sldId="258"/>
            <ac:spMk id="6" creationId="{6DCC3F00-7D1A-DE9E-62E3-477BF22FC08A}"/>
          </ac:spMkLst>
        </pc:spChg>
        <pc:picChg chg="add mod">
          <ac:chgData name="Tushar Jain" userId="fdcea7c2b0887179" providerId="LiveId" clId="{221C102C-E714-4DF1-8D92-4101FCA50B14}" dt="2026-05-14T14:52:55.802" v="52" actId="1076"/>
          <ac:picMkLst>
            <pc:docMk/>
            <pc:sldMk cId="29499036" sldId="258"/>
            <ac:picMk id="7" creationId="{0FC94181-65E8-F845-736D-8C36CC8D1B27}"/>
          </ac:picMkLst>
        </pc:picChg>
        <pc:cxnChg chg="add mod">
          <ac:chgData name="Tushar Jain" userId="fdcea7c2b0887179" providerId="LiveId" clId="{221C102C-E714-4DF1-8D92-4101FCA50B14}" dt="2026-05-14T14:53:13.228" v="57" actId="14100"/>
          <ac:cxnSpMkLst>
            <pc:docMk/>
            <pc:sldMk cId="29499036" sldId="258"/>
            <ac:cxnSpMk id="8" creationId="{D1CDFC97-C8DF-DA7B-048B-59ECF062BD24}"/>
          </ac:cxnSpMkLst>
        </pc:cxnChg>
        <pc:cxnChg chg="add del mod">
          <ac:chgData name="Tushar Jain" userId="fdcea7c2b0887179" providerId="LiveId" clId="{221C102C-E714-4DF1-8D92-4101FCA50B14}" dt="2026-05-14T14:53:05.852" v="55" actId="478"/>
          <ac:cxnSpMkLst>
            <pc:docMk/>
            <pc:sldMk cId="29499036" sldId="258"/>
            <ac:cxnSpMk id="9" creationId="{5C013825-D905-6713-AB3E-778C3BE6D6F8}"/>
          </ac:cxnSpMkLst>
        </pc:cxnChg>
        <pc:cxnChg chg="add mod">
          <ac:chgData name="Tushar Jain" userId="fdcea7c2b0887179" providerId="LiveId" clId="{221C102C-E714-4DF1-8D92-4101FCA50B14}" dt="2026-05-14T14:52:52.465" v="51" actId="1076"/>
          <ac:cxnSpMkLst>
            <pc:docMk/>
            <pc:sldMk cId="29499036" sldId="258"/>
            <ac:cxnSpMk id="10" creationId="{7408B13A-5B97-7EAD-707B-A5A6682013BE}"/>
          </ac:cxnSpMkLst>
        </pc:cxnChg>
        <pc:cxnChg chg="add del mod">
          <ac:chgData name="Tushar Jain" userId="fdcea7c2b0887179" providerId="LiveId" clId="{221C102C-E714-4DF1-8D92-4101FCA50B14}" dt="2026-05-14T14:53:24.162" v="60" actId="478"/>
          <ac:cxnSpMkLst>
            <pc:docMk/>
            <pc:sldMk cId="29499036" sldId="258"/>
            <ac:cxnSpMk id="11" creationId="{FB6F6F43-BC78-BB37-2229-8805485617E7}"/>
          </ac:cxnSpMkLst>
        </pc:cxnChg>
        <pc:cxnChg chg="add del mod">
          <ac:chgData name="Tushar Jain" userId="fdcea7c2b0887179" providerId="LiveId" clId="{221C102C-E714-4DF1-8D92-4101FCA50B14}" dt="2026-05-14T14:53:25.421" v="61" actId="478"/>
          <ac:cxnSpMkLst>
            <pc:docMk/>
            <pc:sldMk cId="29499036" sldId="258"/>
            <ac:cxnSpMk id="12" creationId="{67DC97A2-4EEF-E84D-A658-27CFE1E00711}"/>
          </ac:cxnSpMkLst>
        </pc:cxnChg>
        <pc:cxnChg chg="add del mod">
          <ac:chgData name="Tushar Jain" userId="fdcea7c2b0887179" providerId="LiveId" clId="{221C102C-E714-4DF1-8D92-4101FCA50B14}" dt="2026-05-14T14:53:22.435" v="59" actId="478"/>
          <ac:cxnSpMkLst>
            <pc:docMk/>
            <pc:sldMk cId="29499036" sldId="258"/>
            <ac:cxnSpMk id="13" creationId="{5FF4BC78-D4EA-6A7E-3784-7B1207ADFC93}"/>
          </ac:cxnSpMkLst>
        </pc:cxnChg>
        <pc:cxnChg chg="add del mod">
          <ac:chgData name="Tushar Jain" userId="fdcea7c2b0887179" providerId="LiveId" clId="{221C102C-E714-4DF1-8D92-4101FCA50B14}" dt="2026-05-14T14:53:20.962" v="58" actId="478"/>
          <ac:cxnSpMkLst>
            <pc:docMk/>
            <pc:sldMk cId="29499036" sldId="258"/>
            <ac:cxnSpMk id="14" creationId="{997F60A9-3A25-2130-6EDC-A43C9B881BF8}"/>
          </ac:cxnSpMkLst>
        </pc:cxnChg>
      </pc:sldChg>
      <pc:sldChg chg="delSp modSp mod">
        <pc:chgData name="Tushar Jain" userId="fdcea7c2b0887179" providerId="LiveId" clId="{221C102C-E714-4DF1-8D92-4101FCA50B14}" dt="2026-05-14T18:30:07.866" v="261" actId="1076"/>
        <pc:sldMkLst>
          <pc:docMk/>
          <pc:sldMk cId="2001905555" sldId="259"/>
        </pc:sldMkLst>
        <pc:spChg chg="del mod">
          <ac:chgData name="Tushar Jain" userId="fdcea7c2b0887179" providerId="LiveId" clId="{221C102C-E714-4DF1-8D92-4101FCA50B14}" dt="2026-05-14T14:51:28.193" v="13" actId="21"/>
          <ac:spMkLst>
            <pc:docMk/>
            <pc:sldMk cId="2001905555" sldId="259"/>
            <ac:spMk id="2" creationId="{42467A57-B6D1-065A-F371-00D902BA5413}"/>
          </ac:spMkLst>
        </pc:spChg>
        <pc:picChg chg="mod">
          <ac:chgData name="Tushar Jain" userId="fdcea7c2b0887179" providerId="LiveId" clId="{221C102C-E714-4DF1-8D92-4101FCA50B14}" dt="2026-05-14T18:30:02.720" v="258" actId="14100"/>
          <ac:picMkLst>
            <pc:docMk/>
            <pc:sldMk cId="2001905555" sldId="259"/>
            <ac:picMk id="5" creationId="{4B60154A-6730-54ED-1265-946C022E11B9}"/>
          </ac:picMkLst>
        </pc:picChg>
        <pc:picChg chg="mod">
          <ac:chgData name="Tushar Jain" userId="fdcea7c2b0887179" providerId="LiveId" clId="{221C102C-E714-4DF1-8D92-4101FCA50B14}" dt="2026-05-14T18:29:50.480" v="251" actId="1076"/>
          <ac:picMkLst>
            <pc:docMk/>
            <pc:sldMk cId="2001905555" sldId="259"/>
            <ac:picMk id="7" creationId="{3B672F0C-8940-CAFC-29DE-0D4F84C0B4AF}"/>
          </ac:picMkLst>
        </pc:picChg>
        <pc:picChg chg="mod">
          <ac:chgData name="Tushar Jain" userId="fdcea7c2b0887179" providerId="LiveId" clId="{221C102C-E714-4DF1-8D92-4101FCA50B14}" dt="2026-05-14T18:30:07.866" v="261" actId="1076"/>
          <ac:picMkLst>
            <pc:docMk/>
            <pc:sldMk cId="2001905555" sldId="259"/>
            <ac:picMk id="9" creationId="{DBB19CAF-A3B5-3129-DD7C-CA294C1C874D}"/>
          </ac:picMkLst>
        </pc:picChg>
        <pc:picChg chg="mod">
          <ac:chgData name="Tushar Jain" userId="fdcea7c2b0887179" providerId="LiveId" clId="{221C102C-E714-4DF1-8D92-4101FCA50B14}" dt="2026-05-14T18:29:52.053" v="252" actId="1076"/>
          <ac:picMkLst>
            <pc:docMk/>
            <pc:sldMk cId="2001905555" sldId="259"/>
            <ac:picMk id="13" creationId="{42625EEA-82A5-C98B-722A-6F7D8225AC22}"/>
          </ac:picMkLst>
        </pc:picChg>
      </pc:sldChg>
      <pc:sldChg chg="addSp delSp modSp add mod">
        <pc:chgData name="Tushar Jain" userId="fdcea7c2b0887179" providerId="LiveId" clId="{221C102C-E714-4DF1-8D92-4101FCA50B14}" dt="2026-05-14T14:57:07.049" v="92"/>
        <pc:sldMkLst>
          <pc:docMk/>
          <pc:sldMk cId="3908861770" sldId="261"/>
        </pc:sldMkLst>
        <pc:spChg chg="mod">
          <ac:chgData name="Tushar Jain" userId="fdcea7c2b0887179" providerId="LiveId" clId="{221C102C-E714-4DF1-8D92-4101FCA50B14}" dt="2026-05-14T14:55:45.386" v="82" actId="20577"/>
          <ac:spMkLst>
            <pc:docMk/>
            <pc:sldMk cId="3908861770" sldId="261"/>
            <ac:spMk id="5" creationId="{46B01B4E-E1C4-7271-FE56-3156EA2C8E0F}"/>
          </ac:spMkLst>
        </pc:spChg>
        <pc:spChg chg="del">
          <ac:chgData name="Tushar Jain" userId="fdcea7c2b0887179" providerId="LiveId" clId="{221C102C-E714-4DF1-8D92-4101FCA50B14}" dt="2026-05-14T14:57:05.388" v="91" actId="478"/>
          <ac:spMkLst>
            <pc:docMk/>
            <pc:sldMk cId="3908861770" sldId="261"/>
            <ac:spMk id="6" creationId="{D2B11F32-A887-BE2B-BDFA-C7E4B23DC0EB}"/>
          </ac:spMkLst>
        </pc:spChg>
        <pc:spChg chg="add mod">
          <ac:chgData name="Tushar Jain" userId="fdcea7c2b0887179" providerId="LiveId" clId="{221C102C-E714-4DF1-8D92-4101FCA50B14}" dt="2026-05-14T14:57:07.049" v="92"/>
          <ac:spMkLst>
            <pc:docMk/>
            <pc:sldMk cId="3908861770" sldId="261"/>
            <ac:spMk id="9" creationId="{B192839C-BDE2-EBF6-5A81-43ADBCC2126B}"/>
          </ac:spMkLst>
        </pc:spChg>
        <pc:cxnChg chg="mod">
          <ac:chgData name="Tushar Jain" userId="fdcea7c2b0887179" providerId="LiveId" clId="{221C102C-E714-4DF1-8D92-4101FCA50B14}" dt="2026-05-14T14:55:25.390" v="77" actId="208"/>
          <ac:cxnSpMkLst>
            <pc:docMk/>
            <pc:sldMk cId="3908861770" sldId="261"/>
            <ac:cxnSpMk id="8" creationId="{84F3F25C-BEA6-9093-CF2C-C4676625EF75}"/>
          </ac:cxnSpMkLst>
        </pc:cxnChg>
        <pc:cxnChg chg="mod">
          <ac:chgData name="Tushar Jain" userId="fdcea7c2b0887179" providerId="LiveId" clId="{221C102C-E714-4DF1-8D92-4101FCA50B14}" dt="2026-05-14T14:54:40.055" v="70" actId="14100"/>
          <ac:cxnSpMkLst>
            <pc:docMk/>
            <pc:sldMk cId="3908861770" sldId="261"/>
            <ac:cxnSpMk id="10" creationId="{03BA9D24-4F2B-B584-F20A-07E70C02DACE}"/>
          </ac:cxnSpMkLst>
        </pc:cxnChg>
      </pc:sldChg>
      <pc:sldChg chg="addSp delSp modSp add mod">
        <pc:chgData name="Tushar Jain" userId="fdcea7c2b0887179" providerId="LiveId" clId="{221C102C-E714-4DF1-8D92-4101FCA50B14}" dt="2026-05-14T14:59:10.029" v="124" actId="13926"/>
        <pc:sldMkLst>
          <pc:docMk/>
          <pc:sldMk cId="505228403" sldId="262"/>
        </pc:sldMkLst>
        <pc:spChg chg="add mod">
          <ac:chgData name="Tushar Jain" userId="fdcea7c2b0887179" providerId="LiveId" clId="{221C102C-E714-4DF1-8D92-4101FCA50B14}" dt="2026-05-14T14:57:12.429" v="94"/>
          <ac:spMkLst>
            <pc:docMk/>
            <pc:sldMk cId="505228403" sldId="262"/>
            <ac:spMk id="2" creationId="{56C46B6B-4A43-906B-5162-69F17E406D5C}"/>
          </ac:spMkLst>
        </pc:spChg>
        <pc:spChg chg="mod">
          <ac:chgData name="Tushar Jain" userId="fdcea7c2b0887179" providerId="LiveId" clId="{221C102C-E714-4DF1-8D92-4101FCA50B14}" dt="2026-05-14T14:57:48.388" v="98" actId="6549"/>
          <ac:spMkLst>
            <pc:docMk/>
            <pc:sldMk cId="505228403" sldId="262"/>
            <ac:spMk id="5" creationId="{EA6AE16E-3BBD-EB09-9BA9-B6680A013FF4}"/>
          </ac:spMkLst>
        </pc:spChg>
        <pc:spChg chg="del">
          <ac:chgData name="Tushar Jain" userId="fdcea7c2b0887179" providerId="LiveId" clId="{221C102C-E714-4DF1-8D92-4101FCA50B14}" dt="2026-05-14T14:57:11.023" v="93" actId="478"/>
          <ac:spMkLst>
            <pc:docMk/>
            <pc:sldMk cId="505228403" sldId="262"/>
            <ac:spMk id="6" creationId="{CDD4BCEC-4D83-9CA7-DDF9-D6FE4B9E1E3F}"/>
          </ac:spMkLst>
        </pc:spChg>
        <pc:spChg chg="add mod">
          <ac:chgData name="Tushar Jain" userId="fdcea7c2b0887179" providerId="LiveId" clId="{221C102C-E714-4DF1-8D92-4101FCA50B14}" dt="2026-05-14T14:59:10.029" v="124" actId="13926"/>
          <ac:spMkLst>
            <pc:docMk/>
            <pc:sldMk cId="505228403" sldId="262"/>
            <ac:spMk id="11" creationId="{581E48A6-0D63-DDB8-FB26-5F4392F15B7C}"/>
          </ac:spMkLst>
        </pc:spChg>
        <pc:graphicFrameChg chg="add mod modGraphic">
          <ac:chgData name="Tushar Jain" userId="fdcea7c2b0887179" providerId="LiveId" clId="{221C102C-E714-4DF1-8D92-4101FCA50B14}" dt="2026-05-14T14:58:26.189" v="102" actId="1076"/>
          <ac:graphicFrameMkLst>
            <pc:docMk/>
            <pc:sldMk cId="505228403" sldId="262"/>
            <ac:graphicFrameMk id="3" creationId="{3A02D6A6-A7B1-9327-9098-6D03403F6EFA}"/>
          </ac:graphicFrameMkLst>
        </pc:graphicFrameChg>
        <pc:cxnChg chg="mod">
          <ac:chgData name="Tushar Jain" userId="fdcea7c2b0887179" providerId="LiveId" clId="{221C102C-E714-4DF1-8D92-4101FCA50B14}" dt="2026-05-14T14:57:59.674" v="101" actId="14100"/>
          <ac:cxnSpMkLst>
            <pc:docMk/>
            <pc:sldMk cId="505228403" sldId="262"/>
            <ac:cxnSpMk id="8" creationId="{3F24BA58-AE0D-5979-480A-1AF3C48D6822}"/>
          </ac:cxnSpMkLst>
        </pc:cxnChg>
      </pc:sldChg>
      <pc:sldChg chg="addSp delSp modSp new mod">
        <pc:chgData name="Tushar Jain" userId="fdcea7c2b0887179" providerId="LiveId" clId="{221C102C-E714-4DF1-8D92-4101FCA50B14}" dt="2026-05-14T16:34:52.383" v="144" actId="403"/>
        <pc:sldMkLst>
          <pc:docMk/>
          <pc:sldMk cId="389646829" sldId="263"/>
        </pc:sldMkLst>
        <pc:spChg chg="del">
          <ac:chgData name="Tushar Jain" userId="fdcea7c2b0887179" providerId="LiveId" clId="{221C102C-E714-4DF1-8D92-4101FCA50B14}" dt="2026-05-14T16:31:51.362" v="127" actId="478"/>
          <ac:spMkLst>
            <pc:docMk/>
            <pc:sldMk cId="389646829" sldId="263"/>
            <ac:spMk id="2" creationId="{E8C3D6E2-859A-5593-4F12-D42DE33888BE}"/>
          </ac:spMkLst>
        </pc:spChg>
        <pc:spChg chg="del">
          <ac:chgData name="Tushar Jain" userId="fdcea7c2b0887179" providerId="LiveId" clId="{221C102C-E714-4DF1-8D92-4101FCA50B14}" dt="2026-05-14T16:31:50.160" v="126" actId="478"/>
          <ac:spMkLst>
            <pc:docMk/>
            <pc:sldMk cId="389646829" sldId="263"/>
            <ac:spMk id="3" creationId="{0E94270E-BA3F-7BD5-4A95-AB44B76CC118}"/>
          </ac:spMkLst>
        </pc:spChg>
        <pc:spChg chg="add mod">
          <ac:chgData name="Tushar Jain" userId="fdcea7c2b0887179" providerId="LiveId" clId="{221C102C-E714-4DF1-8D92-4101FCA50B14}" dt="2026-05-14T16:34:52.383" v="144" actId="403"/>
          <ac:spMkLst>
            <pc:docMk/>
            <pc:sldMk cId="389646829" sldId="263"/>
            <ac:spMk id="9" creationId="{1FDCEB19-CE87-8E27-3945-B06A0542E636}"/>
          </ac:spMkLst>
        </pc:spChg>
        <pc:picChg chg="add mod">
          <ac:chgData name="Tushar Jain" userId="fdcea7c2b0887179" providerId="LiveId" clId="{221C102C-E714-4DF1-8D92-4101FCA50B14}" dt="2026-05-14T16:32:12.584" v="131" actId="1076"/>
          <ac:picMkLst>
            <pc:docMk/>
            <pc:sldMk cId="389646829" sldId="263"/>
            <ac:picMk id="5" creationId="{A6B6C7DC-96EE-6001-CA13-9E678B0B4B13}"/>
          </ac:picMkLst>
        </pc:picChg>
        <pc:picChg chg="add del mod">
          <ac:chgData name="Tushar Jain" userId="fdcea7c2b0887179" providerId="LiveId" clId="{221C102C-E714-4DF1-8D92-4101FCA50B14}" dt="2026-05-14T16:34:26.755" v="137" actId="478"/>
          <ac:picMkLst>
            <pc:docMk/>
            <pc:sldMk cId="389646829" sldId="263"/>
            <ac:picMk id="7" creationId="{9F2FA9FA-B816-2CA8-3973-6F8C280793C1}"/>
          </ac:picMkLst>
        </pc:picChg>
      </pc:sldChg>
      <pc:sldChg chg="addSp delSp modSp add mod">
        <pc:chgData name="Tushar Jain" userId="fdcea7c2b0887179" providerId="LiveId" clId="{221C102C-E714-4DF1-8D92-4101FCA50B14}" dt="2026-05-14T16:57:39.772" v="206" actId="13926"/>
        <pc:sldMkLst>
          <pc:docMk/>
          <pc:sldMk cId="1270012095" sldId="264"/>
        </pc:sldMkLst>
        <pc:spChg chg="add mod">
          <ac:chgData name="Tushar Jain" userId="fdcea7c2b0887179" providerId="LiveId" clId="{221C102C-E714-4DF1-8D92-4101FCA50B14}" dt="2026-05-14T16:56:20.026" v="193" actId="1076"/>
          <ac:spMkLst>
            <pc:docMk/>
            <pc:sldMk cId="1270012095" sldId="264"/>
            <ac:spMk id="4" creationId="{6DBD2E3A-2F65-1891-942E-11F20826A3EC}"/>
          </ac:spMkLst>
        </pc:spChg>
        <pc:spChg chg="add mod">
          <ac:chgData name="Tushar Jain" userId="fdcea7c2b0887179" providerId="LiveId" clId="{221C102C-E714-4DF1-8D92-4101FCA50B14}" dt="2026-05-14T16:57:39.772" v="206" actId="13926"/>
          <ac:spMkLst>
            <pc:docMk/>
            <pc:sldMk cId="1270012095" sldId="264"/>
            <ac:spMk id="7" creationId="{7922041E-682C-7674-609B-C10C67439BA7}"/>
          </ac:spMkLst>
        </pc:spChg>
        <pc:spChg chg="del">
          <ac:chgData name="Tushar Jain" userId="fdcea7c2b0887179" providerId="LiveId" clId="{221C102C-E714-4DF1-8D92-4101FCA50B14}" dt="2026-05-14T16:36:54.214" v="150" actId="478"/>
          <ac:spMkLst>
            <pc:docMk/>
            <pc:sldMk cId="1270012095" sldId="264"/>
            <ac:spMk id="9" creationId="{F4E076A3-8106-7D1F-23FD-759CA9EF9E1C}"/>
          </ac:spMkLst>
        </pc:spChg>
        <pc:graphicFrameChg chg="add mod modGraphic">
          <ac:chgData name="Tushar Jain" userId="fdcea7c2b0887179" providerId="LiveId" clId="{221C102C-E714-4DF1-8D92-4101FCA50B14}" dt="2026-05-14T16:56:13.759" v="192" actId="14100"/>
          <ac:graphicFrameMkLst>
            <pc:docMk/>
            <pc:sldMk cId="1270012095" sldId="264"/>
            <ac:graphicFrameMk id="2" creationId="{B7D03394-B5F2-1043-83B8-B3413D3E3CF1}"/>
          </ac:graphicFrameMkLst>
        </pc:graphicFrameChg>
        <pc:picChg chg="del">
          <ac:chgData name="Tushar Jain" userId="fdcea7c2b0887179" providerId="LiveId" clId="{221C102C-E714-4DF1-8D92-4101FCA50B14}" dt="2026-05-14T16:36:40.762" v="146" actId="478"/>
          <ac:picMkLst>
            <pc:docMk/>
            <pc:sldMk cId="1270012095" sldId="264"/>
            <ac:picMk id="5" creationId="{44A21B67-8202-87B0-D4D6-F7A9D0C31574}"/>
          </ac:picMkLst>
        </pc:picChg>
      </pc:sldChg>
      <pc:sldChg chg="addSp delSp modSp add mod">
        <pc:chgData name="Tushar Jain" userId="fdcea7c2b0887179" providerId="LiveId" clId="{221C102C-E714-4DF1-8D92-4101FCA50B14}" dt="2026-05-14T16:57:44.716" v="207" actId="13926"/>
        <pc:sldMkLst>
          <pc:docMk/>
          <pc:sldMk cId="2409376456" sldId="265"/>
        </pc:sldMkLst>
        <pc:spChg chg="mod">
          <ac:chgData name="Tushar Jain" userId="fdcea7c2b0887179" providerId="LiveId" clId="{221C102C-E714-4DF1-8D92-4101FCA50B14}" dt="2026-05-14T16:57:29.814" v="205"/>
          <ac:spMkLst>
            <pc:docMk/>
            <pc:sldMk cId="2409376456" sldId="265"/>
            <ac:spMk id="4" creationId="{BCC03DF8-EEF4-1B61-3984-BC0355642EB4}"/>
          </ac:spMkLst>
        </pc:spChg>
        <pc:spChg chg="mod">
          <ac:chgData name="Tushar Jain" userId="fdcea7c2b0887179" providerId="LiveId" clId="{221C102C-E714-4DF1-8D92-4101FCA50B14}" dt="2026-05-14T16:57:44.716" v="207" actId="13926"/>
          <ac:spMkLst>
            <pc:docMk/>
            <pc:sldMk cId="2409376456" sldId="265"/>
            <ac:spMk id="7" creationId="{84E92E72-76A4-F3ED-8424-E223CFC06673}"/>
          </ac:spMkLst>
        </pc:spChg>
        <pc:graphicFrameChg chg="del">
          <ac:chgData name="Tushar Jain" userId="fdcea7c2b0887179" providerId="LiveId" clId="{221C102C-E714-4DF1-8D92-4101FCA50B14}" dt="2026-05-14T16:54:30.245" v="170" actId="478"/>
          <ac:graphicFrameMkLst>
            <pc:docMk/>
            <pc:sldMk cId="2409376456" sldId="265"/>
            <ac:graphicFrameMk id="2" creationId="{B81E5B55-B414-080B-A35A-F9EEB5BEBA4E}"/>
          </ac:graphicFrameMkLst>
        </pc:graphicFrameChg>
        <pc:graphicFrameChg chg="add mod modGraphic">
          <ac:chgData name="Tushar Jain" userId="fdcea7c2b0887179" providerId="LiveId" clId="{221C102C-E714-4DF1-8D92-4101FCA50B14}" dt="2026-05-14T16:56:32.400" v="196" actId="1076"/>
          <ac:graphicFrameMkLst>
            <pc:docMk/>
            <pc:sldMk cId="2409376456" sldId="265"/>
            <ac:graphicFrameMk id="3" creationId="{775FD359-5108-9100-B981-11A9D7073F5B}"/>
          </ac:graphicFrameMkLst>
        </pc:graphicFrameChg>
      </pc:sldChg>
      <pc:sldChg chg="addSp delSp modSp add mod">
        <pc:chgData name="Tushar Jain" userId="fdcea7c2b0887179" providerId="LiveId" clId="{221C102C-E714-4DF1-8D92-4101FCA50B14}" dt="2026-05-14T17:17:16.293" v="237" actId="1076"/>
        <pc:sldMkLst>
          <pc:docMk/>
          <pc:sldMk cId="1320468894" sldId="266"/>
        </pc:sldMkLst>
        <pc:spChg chg="del">
          <ac:chgData name="Tushar Jain" userId="fdcea7c2b0887179" providerId="LiveId" clId="{221C102C-E714-4DF1-8D92-4101FCA50B14}" dt="2026-05-14T17:15:35.188" v="219" actId="478"/>
          <ac:spMkLst>
            <pc:docMk/>
            <pc:sldMk cId="1320468894" sldId="266"/>
            <ac:spMk id="4" creationId="{DA8D2211-CEB3-AC1B-FB20-B747CE8E47CC}"/>
          </ac:spMkLst>
        </pc:spChg>
        <pc:spChg chg="add mod">
          <ac:chgData name="Tushar Jain" userId="fdcea7c2b0887179" providerId="LiveId" clId="{221C102C-E714-4DF1-8D92-4101FCA50B14}" dt="2026-05-14T17:17:10.288" v="236" actId="1076"/>
          <ac:spMkLst>
            <pc:docMk/>
            <pc:sldMk cId="1320468894" sldId="266"/>
            <ac:spMk id="5" creationId="{ACD8D108-1C6F-C756-2AD8-1C3DD951BA99}"/>
          </ac:spMkLst>
        </pc:spChg>
        <pc:spChg chg="mod">
          <ac:chgData name="Tushar Jain" userId="fdcea7c2b0887179" providerId="LiveId" clId="{221C102C-E714-4DF1-8D92-4101FCA50B14}" dt="2026-05-14T17:16:36.590" v="228" actId="1076"/>
          <ac:spMkLst>
            <pc:docMk/>
            <pc:sldMk cId="1320468894" sldId="266"/>
            <ac:spMk id="7" creationId="{6097E0A9-8ADC-B9E7-C99D-EB56F27CAB75}"/>
          </ac:spMkLst>
        </pc:spChg>
        <pc:spChg chg="add mod">
          <ac:chgData name="Tushar Jain" userId="fdcea7c2b0887179" providerId="LiveId" clId="{221C102C-E714-4DF1-8D92-4101FCA50B14}" dt="2026-05-14T17:17:16.293" v="237" actId="1076"/>
          <ac:spMkLst>
            <pc:docMk/>
            <pc:sldMk cId="1320468894" sldId="266"/>
            <ac:spMk id="9" creationId="{C6D1F89E-1695-C586-E489-56DD448F7DE9}"/>
          </ac:spMkLst>
        </pc:spChg>
        <pc:graphicFrameChg chg="del">
          <ac:chgData name="Tushar Jain" userId="fdcea7c2b0887179" providerId="LiveId" clId="{221C102C-E714-4DF1-8D92-4101FCA50B14}" dt="2026-05-14T16:56:49.933" v="198" actId="478"/>
          <ac:graphicFrameMkLst>
            <pc:docMk/>
            <pc:sldMk cId="1320468894" sldId="266"/>
            <ac:graphicFrameMk id="3" creationId="{8BB1A4B4-D2A0-D3ED-3FEE-45790187B67C}"/>
          </ac:graphicFrameMkLst>
        </pc:graphicFrameChg>
        <pc:graphicFrameChg chg="add mod modGraphic">
          <ac:chgData name="Tushar Jain" userId="fdcea7c2b0887179" providerId="LiveId" clId="{221C102C-E714-4DF1-8D92-4101FCA50B14}" dt="2026-05-14T17:17:01.583" v="234" actId="1076"/>
          <ac:graphicFrameMkLst>
            <pc:docMk/>
            <pc:sldMk cId="1320468894" sldId="266"/>
            <ac:graphicFrameMk id="6" creationId="{95722F10-B4EB-9645-3114-01DDD817FEC0}"/>
          </ac:graphicFrameMkLst>
        </pc:graphicFrameChg>
      </pc:sldChg>
      <pc:sldChg chg="addSp delSp modSp add mod ord">
        <pc:chgData name="Tushar Jain" userId="fdcea7c2b0887179" providerId="LiveId" clId="{221C102C-E714-4DF1-8D92-4101FCA50B14}" dt="2026-05-14T18:19:59.204" v="244" actId="962"/>
        <pc:sldMkLst>
          <pc:docMk/>
          <pc:sldMk cId="855153061" sldId="267"/>
        </pc:sldMkLst>
        <pc:spChg chg="del">
          <ac:chgData name="Tushar Jain" userId="fdcea7c2b0887179" providerId="LiveId" clId="{221C102C-E714-4DF1-8D92-4101FCA50B14}" dt="2026-05-14T17:10:05.127" v="210" actId="478"/>
          <ac:spMkLst>
            <pc:docMk/>
            <pc:sldMk cId="855153061" sldId="267"/>
            <ac:spMk id="9" creationId="{4DB6607F-55FC-F90E-94D9-E2BB984DBE54}"/>
          </ac:spMkLst>
        </pc:spChg>
        <pc:picChg chg="add mod">
          <ac:chgData name="Tushar Jain" userId="fdcea7c2b0887179" providerId="LiveId" clId="{221C102C-E714-4DF1-8D92-4101FCA50B14}" dt="2026-05-14T18:19:59.204" v="244" actId="962"/>
          <ac:picMkLst>
            <pc:docMk/>
            <pc:sldMk cId="855153061" sldId="267"/>
            <ac:picMk id="3" creationId="{9A8871F8-F6E8-8A10-F14D-AD0E05BF050C}"/>
          </ac:picMkLst>
        </pc:picChg>
        <pc:picChg chg="del">
          <ac:chgData name="Tushar Jain" userId="fdcea7c2b0887179" providerId="LiveId" clId="{221C102C-E714-4DF1-8D92-4101FCA50B14}" dt="2026-05-14T17:10:00.765" v="209" actId="478"/>
          <ac:picMkLst>
            <pc:docMk/>
            <pc:sldMk cId="855153061" sldId="267"/>
            <ac:picMk id="5" creationId="{AF0C33E9-3B31-AD6F-B002-A5815EBFC5C2}"/>
          </ac:picMkLst>
        </pc:picChg>
      </pc:sldChg>
      <pc:sldChg chg="modSp add mod">
        <pc:chgData name="Tushar Jain" userId="fdcea7c2b0887179" providerId="LiveId" clId="{221C102C-E714-4DF1-8D92-4101FCA50B14}" dt="2026-05-14T18:41:45.282" v="293" actId="20577"/>
        <pc:sldMkLst>
          <pc:docMk/>
          <pc:sldMk cId="3624672993" sldId="268"/>
        </pc:sldMkLst>
        <pc:spChg chg="mod">
          <ac:chgData name="Tushar Jain" userId="fdcea7c2b0887179" providerId="LiveId" clId="{221C102C-E714-4DF1-8D92-4101FCA50B14}" dt="2026-05-14T18:41:45.282" v="293" actId="20577"/>
          <ac:spMkLst>
            <pc:docMk/>
            <pc:sldMk cId="3624672993" sldId="268"/>
            <ac:spMk id="2" creationId="{DF8018B9-95D1-477D-A629-0E0B877268FA}"/>
          </ac:spMkLst>
        </pc:spChg>
      </pc:sldChg>
      <pc:sldChg chg="addSp modSp add mod">
        <pc:chgData name="Tushar Jain" userId="fdcea7c2b0887179" providerId="LiveId" clId="{221C102C-E714-4DF1-8D92-4101FCA50B14}" dt="2026-05-14T18:34:14.519" v="281" actId="14100"/>
        <pc:sldMkLst>
          <pc:docMk/>
          <pc:sldMk cId="3259838561" sldId="269"/>
        </pc:sldMkLst>
        <pc:picChg chg="add mod">
          <ac:chgData name="Tushar Jain" userId="fdcea7c2b0887179" providerId="LiveId" clId="{221C102C-E714-4DF1-8D92-4101FCA50B14}" dt="2026-05-14T18:34:14.519" v="281" actId="14100"/>
          <ac:picMkLst>
            <pc:docMk/>
            <pc:sldMk cId="3259838561" sldId="269"/>
            <ac:picMk id="5" creationId="{E3B3B93A-A717-B4E9-1F6F-C73E217DB4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260D-89C1-85C9-12BC-E7CE0DAC6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0D5B4-28CA-F963-E90B-467651D1E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7787-F9BF-87F5-6AB5-D48CF826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54D1D-0C85-66B7-6AEF-486099C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69ED3-9B49-EC2B-B1E5-104B157D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7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3220-9989-F2AB-AF6D-3E90648E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A19EB-217F-6892-03E3-74D5D59B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FAFA6-3710-21BE-B798-16EB70EA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70CAE-BCB4-1073-F5E8-2C36E283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D1E0E-DA7C-CEC8-AA78-13E74F3B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165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A75C-0C79-9A37-8AA7-37C0ECFC0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58B1D-D1DF-127D-F7EA-1A77931D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FB1AE-2430-3441-0590-28BDAF23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C73D7-B9AB-0289-5F42-3B072270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A5CFF-202A-4DBE-51BB-39273F37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26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FE5B-320C-7255-301D-10D921CED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2758-1E37-9AB1-0562-447D0FAF1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7A542-DB8A-8F3A-E278-1C65985A8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9AD71-BA1B-8465-B00F-42F97924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2262A-5A1F-0443-B2AC-242A9F24D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DEF42-FE99-0CE3-718D-2C66C107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03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0982-F6EA-E36D-A8B8-BA53E62F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3DDC6-B638-AA18-84DA-3803E1923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EEB22-41B4-7C04-F147-457885EAF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8DCB5-0722-FFFB-8C67-D29E7EC88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2D206-5E0C-A2E8-8FBD-036B67EFA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AED798-2745-25FA-3937-3C9D9BAB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39F7F-93DC-AA2E-1560-B247632A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50569-E579-C4CF-1364-36DEAF30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461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0D02-3668-8844-064E-5F89D655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999DA-17F8-88A1-906D-4FB068F3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96D7F-7553-CF9F-A2B1-A48D5BEA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74BD5-762F-E082-9A7A-30057EA2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26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74397-5D47-6156-C186-7F542C6F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3224E2-8216-7FDB-2C3A-22F90379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A55D1-E8CE-6E84-CA3B-4378FC8C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05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451E-BC0B-D40F-506F-71F5910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17132-FFD4-41B2-5442-AA68B0BD6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FABFF-B562-87A1-DF0C-24283BA13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5F990-DCB0-BC3A-4A4E-B27F4B35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440C0-45FA-CE52-E03A-11236149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D6E33-4584-9226-A13D-75603EAD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2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BA9E-3151-B7A3-D511-988C074C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D9C1D8-FAF5-60F0-8A22-767EC93FC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ABE43-BC4B-39A2-2FF0-9817D4E2B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939CA-899A-508A-1EBD-F3BC12FB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192BD-028E-872F-7900-F6111D21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3FB81-2484-A4F0-5DFA-062CB7A4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802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E493-B111-4CEB-C4B9-D7DC4DE8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37495-1894-2F0F-FD51-DFA929594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8E6E6-ED81-97E7-26FA-28DFA6ED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CB727-6C3F-654E-D1F3-88316A40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0EF93-BA2C-5EED-276F-14F88530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7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9924D-EAB5-47C2-4A05-FE23E6BF8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BD8B0-56D1-54EA-6505-EEAA0B7B8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9A9D-4F1B-F023-989E-11666CDA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4398D-285F-011E-1D39-76DC9F85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F4892-915A-C742-C21E-3BF091F3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70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8D3DA-F990-2E8B-DFF2-95B5F6A3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91094-9F4F-BF91-C6B1-31F84DD8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BC1D7-901D-AD0A-EC7A-08305271F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7B34C-048E-4879-99BA-556F3EF60D61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9A71-CABE-DABC-663A-069B45FFF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852EC-6A40-2A30-210E-B3C05ACCF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DE00E-6C71-4564-A3D4-C9A6951BA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4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A42C-1416-EFA8-E911-CE4B2F9CF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0574-301E-5FFE-335F-8EBBCFB3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0029" y="1411914"/>
            <a:ext cx="8013302" cy="330838"/>
          </a:xfrm>
        </p:spPr>
        <p:txBody>
          <a:bodyPr>
            <a:noAutofit/>
          </a:bodyPr>
          <a:lstStyle/>
          <a:p>
            <a:pPr algn="l"/>
            <a:r>
              <a:rPr lang="en-IN" sz="1800" b="1" dirty="0"/>
              <a:t>Very Dark background and the 4 Hub buttons are not visible properly</a:t>
            </a:r>
          </a:p>
        </p:txBody>
      </p:sp>
      <p:pic>
        <p:nvPicPr>
          <p:cNvPr id="5" name="Picture 4" descr="The image is a Fanverse Pro League promotional screen showcasing a futuristic stadium environment with options to watch, play, earn, and share, inviting users to enter the live hub.&#10;&#10;AI-generated content may be incorrect.">
            <a:extLst>
              <a:ext uri="{FF2B5EF4-FFF2-40B4-BE49-F238E27FC236}">
                <a16:creationId xmlns:a16="http://schemas.microsoft.com/office/drawing/2014/main" id="{EE9D7A0C-C28E-6172-2B73-169ECE7A2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6089" r="-87" b="2701"/>
          <a:stretch>
            <a:fillRect/>
          </a:stretch>
        </p:blipFill>
        <p:spPr>
          <a:xfrm>
            <a:off x="228669" y="523567"/>
            <a:ext cx="2947149" cy="58108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55CD1C-A892-AF7A-81B4-3DA44ADCA7E4}"/>
              </a:ext>
            </a:extLst>
          </p:cNvPr>
          <p:cNvSpPr txBox="1">
            <a:spLocks/>
          </p:cNvSpPr>
          <p:nvPr/>
        </p:nvSpPr>
        <p:spPr>
          <a:xfrm>
            <a:off x="3950028" y="5237511"/>
            <a:ext cx="3886282" cy="10080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Very Light colours and CTA is not  visible properly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29E5B60-988D-ECAE-E439-7A5D060CCCA5}"/>
              </a:ext>
            </a:extLst>
          </p:cNvPr>
          <p:cNvSpPr txBox="1">
            <a:spLocks/>
          </p:cNvSpPr>
          <p:nvPr/>
        </p:nvSpPr>
        <p:spPr>
          <a:xfrm>
            <a:off x="3458424" y="923982"/>
            <a:ext cx="7509461" cy="2219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/>
              <a:t>Profile buttons/Settings need to be linked, currently not clickable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23AFFF-3D60-EC07-2B38-FB92A05B60F5}"/>
              </a:ext>
            </a:extLst>
          </p:cNvPr>
          <p:cNvCxnSpPr/>
          <p:nvPr/>
        </p:nvCxnSpPr>
        <p:spPr>
          <a:xfrm>
            <a:off x="2676759" y="1002146"/>
            <a:ext cx="105205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0061BC-EE98-3EDD-9416-7849C8747ECC}"/>
              </a:ext>
            </a:extLst>
          </p:cNvPr>
          <p:cNvCxnSpPr/>
          <p:nvPr/>
        </p:nvCxnSpPr>
        <p:spPr>
          <a:xfrm>
            <a:off x="2738140" y="1577333"/>
            <a:ext cx="105205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A45056-6B02-7771-5171-AD3E205EC6E5}"/>
              </a:ext>
            </a:extLst>
          </p:cNvPr>
          <p:cNvCxnSpPr/>
          <p:nvPr/>
        </p:nvCxnSpPr>
        <p:spPr>
          <a:xfrm>
            <a:off x="2932399" y="2319669"/>
            <a:ext cx="1052051" cy="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90B222-B3D7-8447-2C2D-CA48E0BA9ADF}"/>
              </a:ext>
            </a:extLst>
          </p:cNvPr>
          <p:cNvCxnSpPr/>
          <p:nvPr/>
        </p:nvCxnSpPr>
        <p:spPr>
          <a:xfrm>
            <a:off x="2932399" y="3111166"/>
            <a:ext cx="1052051" cy="0"/>
          </a:xfrm>
          <a:prstGeom prst="straightConnector1">
            <a:avLst/>
          </a:prstGeom>
          <a:ln w="635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491671CD-4476-CCB1-DDE5-56D77ACD78CD}"/>
              </a:ext>
            </a:extLst>
          </p:cNvPr>
          <p:cNvSpPr txBox="1">
            <a:spLocks/>
          </p:cNvSpPr>
          <p:nvPr/>
        </p:nvSpPr>
        <p:spPr>
          <a:xfrm>
            <a:off x="3950028" y="2008732"/>
            <a:ext cx="4722023" cy="1314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Button or box borders can also be in neon orange, maybe Watch-Play can also be in matching shades with the border lines to gain prominence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A4C208-6CA3-D572-1F0B-E3EBD107C88D}"/>
              </a:ext>
            </a:extLst>
          </p:cNvPr>
          <p:cNvCxnSpPr>
            <a:cxnSpLocks/>
          </p:cNvCxnSpPr>
          <p:nvPr/>
        </p:nvCxnSpPr>
        <p:spPr>
          <a:xfrm>
            <a:off x="2507081" y="5780623"/>
            <a:ext cx="171095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0CA98A-857E-C128-224C-76ACFB52D34D}"/>
              </a:ext>
            </a:extLst>
          </p:cNvPr>
          <p:cNvCxnSpPr/>
          <p:nvPr/>
        </p:nvCxnSpPr>
        <p:spPr>
          <a:xfrm>
            <a:off x="3099403" y="5357837"/>
            <a:ext cx="105205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F6E89221-A8F5-C433-CA96-56BF12DB4476}"/>
              </a:ext>
            </a:extLst>
          </p:cNvPr>
          <p:cNvSpPr txBox="1">
            <a:spLocks/>
          </p:cNvSpPr>
          <p:nvPr/>
        </p:nvSpPr>
        <p:spPr>
          <a:xfrm>
            <a:off x="4081507" y="4094634"/>
            <a:ext cx="2213517" cy="10080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Text needs to be crisper--easier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829E24-8171-5F31-D7B6-C4007DF05D73}"/>
              </a:ext>
            </a:extLst>
          </p:cNvPr>
          <p:cNvCxnSpPr/>
          <p:nvPr/>
        </p:nvCxnSpPr>
        <p:spPr>
          <a:xfrm>
            <a:off x="3099402" y="4733488"/>
            <a:ext cx="1052051" cy="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C970AE7-BA09-845B-724A-7E280E4E56B6}"/>
              </a:ext>
            </a:extLst>
          </p:cNvPr>
          <p:cNvSpPr txBox="1">
            <a:spLocks/>
          </p:cNvSpPr>
          <p:nvPr/>
        </p:nvSpPr>
        <p:spPr>
          <a:xfrm>
            <a:off x="3790191" y="154859"/>
            <a:ext cx="4251816" cy="3834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Human Inputs</a:t>
            </a:r>
          </a:p>
        </p:txBody>
      </p:sp>
    </p:spTree>
    <p:extLst>
      <p:ext uri="{BB962C8B-B14F-4D97-AF65-F5344CB8AC3E}">
        <p14:creationId xmlns:p14="http://schemas.microsoft.com/office/powerpoint/2010/main" val="3633977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8EED-605B-0B97-9DB0-6A8AF205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D52D8C-D9C2-851D-54AB-F579B47387EF}"/>
              </a:ext>
            </a:extLst>
          </p:cNvPr>
          <p:cNvSpPr txBox="1"/>
          <p:nvPr/>
        </p:nvSpPr>
        <p:spPr>
          <a:xfrm>
            <a:off x="4159046" y="599769"/>
            <a:ext cx="7157884" cy="567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sz="1400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Top Bar — Profile / Settings / Notifications (Bug: Not Clickable)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IN" sz="1400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Observed on live build: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 The bell, gear, and avatar icons render correctly in the top-right, but they appear to be decorative — no route, no modal, no hover affordance.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endParaRPr lang="en-IN" sz="1400" b="1" i="0" dirty="0">
              <a:solidFill>
                <a:srgbClr val="232425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IN" sz="1400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Recommendations</a:t>
            </a:r>
            <a:endParaRPr lang="en-IN" sz="1400" b="0" i="0" dirty="0">
              <a:solidFill>
                <a:srgbClr val="232425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Wire each icon to its intended route:</a:t>
            </a:r>
          </a:p>
          <a:p>
            <a:pPr marL="742950" lvl="1" indent="-285750"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🔔 Bell → 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Courier New" panose="02070309020205020404" pitchFamily="49" charset="0"/>
              </a:rPr>
              <a:t>/notifications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 (with unread badge count)</a:t>
            </a:r>
          </a:p>
          <a:p>
            <a:pPr marL="742950" lvl="1" indent="-285750"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⚙️ Gear → 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Courier New" panose="02070309020205020404" pitchFamily="49" charset="0"/>
              </a:rPr>
              <a:t>/settings</a:t>
            </a:r>
            <a:endParaRPr lang="en-IN" sz="1400" b="0" i="0" dirty="0">
              <a:solidFill>
                <a:srgbClr val="232425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🧑 Avatar → 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Courier New" panose="02070309020205020404" pitchFamily="49" charset="0"/>
              </a:rPr>
              <a:t>/profile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 (or open a dropdown: Profile, Wallet, Logout)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Add a 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Courier New" panose="02070309020205020404" pitchFamily="49" charset="0"/>
              </a:rPr>
              <a:t>cursor: pointer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, focus ring, and a subtle hover glow (neon-orange 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Courier New" panose="02070309020205020404" pitchFamily="49" charset="0"/>
              </a:rPr>
              <a:t>#FF6A1A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 at 30% opacity) so users get immediate visual feedback.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For accessibility, add 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Courier New" panose="02070309020205020404" pitchFamily="49" charset="0"/>
              </a:rPr>
              <a:t>aria-label</a:t>
            </a:r>
            <a:r>
              <a:rPr lang="en-IN" sz="1400" b="0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 ("Notifications", "Settings", "Profile") and a minimum 44×44px tap target.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CC3F00-7D1A-DE9E-62E3-477BF22FC08A}"/>
              </a:ext>
            </a:extLst>
          </p:cNvPr>
          <p:cNvSpPr txBox="1">
            <a:spLocks/>
          </p:cNvSpPr>
          <p:nvPr/>
        </p:nvSpPr>
        <p:spPr>
          <a:xfrm>
            <a:off x="3790191" y="154859"/>
            <a:ext cx="425181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Agentic AI Inputs</a:t>
            </a:r>
          </a:p>
        </p:txBody>
      </p:sp>
      <p:pic>
        <p:nvPicPr>
          <p:cNvPr id="7" name="Picture 6" descr="The image is a Fanverse Pro League promotional screen showcasing a futuristic stadium environment with options to watch, play, earn, and share, inviting users to enter the live hub.&#10;&#10;AI-generated content may be incorrect.">
            <a:extLst>
              <a:ext uri="{FF2B5EF4-FFF2-40B4-BE49-F238E27FC236}">
                <a16:creationId xmlns:a16="http://schemas.microsoft.com/office/drawing/2014/main" id="{0FC94181-65E8-F845-736D-8C36CC8D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6089" r="-87" b="2701"/>
          <a:stretch>
            <a:fillRect/>
          </a:stretch>
        </p:blipFill>
        <p:spPr>
          <a:xfrm>
            <a:off x="307326" y="336756"/>
            <a:ext cx="2947149" cy="581086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CDFC97-C8DF-DA7B-048B-59ECF062BD24}"/>
              </a:ext>
            </a:extLst>
          </p:cNvPr>
          <p:cNvCxnSpPr>
            <a:cxnSpLocks/>
          </p:cNvCxnSpPr>
          <p:nvPr/>
        </p:nvCxnSpPr>
        <p:spPr>
          <a:xfrm>
            <a:off x="2885477" y="1061140"/>
            <a:ext cx="1893000" cy="91514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08B13A-5B97-7EAD-707B-A5A6682013BE}"/>
              </a:ext>
            </a:extLst>
          </p:cNvPr>
          <p:cNvCxnSpPr/>
          <p:nvPr/>
        </p:nvCxnSpPr>
        <p:spPr>
          <a:xfrm>
            <a:off x="2863573" y="785094"/>
            <a:ext cx="1052051" cy="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A8A1-CE86-25B6-D960-EF03AB5C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B01B4E-E1C4-7271-FE56-3156EA2C8E0F}"/>
              </a:ext>
            </a:extLst>
          </p:cNvPr>
          <p:cNvSpPr txBox="1"/>
          <p:nvPr/>
        </p:nvSpPr>
        <p:spPr>
          <a:xfrm>
            <a:off x="4090219" y="786582"/>
            <a:ext cx="752167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Hub Grid — Watch / Play / Earn / Share (Visibility Issue)</a:t>
            </a:r>
          </a:p>
          <a:p>
            <a:r>
              <a:rPr lang="en-US" sz="1600" b="1" dirty="0"/>
              <a:t>Observed on live build:</a:t>
            </a:r>
            <a:r>
              <a:rPr lang="en-US" sz="1600" dirty="0"/>
              <a:t> Confirmed. Against the near-black background, the four tiles read as faint rectangles. The internal artwork is barely perceptible, and the labels 01 WATCH / 02 PLAY / 03 EARN / 04 SHARE sit at low contrast.</a:t>
            </a:r>
          </a:p>
          <a:p>
            <a:endParaRPr lang="en-US" sz="1600" dirty="0"/>
          </a:p>
          <a:p>
            <a:r>
              <a:rPr lang="en-US" sz="1600" b="1" dirty="0"/>
              <a:t>Root cause:</a:t>
            </a:r>
            <a:r>
              <a:rPr lang="en-US" sz="1600" dirty="0"/>
              <a:t> Tile background ≈ #0B1118, border ≈ #1C2430, label text ≈ #6C7480 — all three sit within a 15-point luminance range, which fails WCAG AA contrast.</a:t>
            </a:r>
          </a:p>
          <a:p>
            <a:r>
              <a:rPr lang="en-US" sz="1600" b="1" dirty="0"/>
              <a:t>Recommendations</a:t>
            </a:r>
            <a:endParaRPr lang="en-US" sz="1600" dirty="0"/>
          </a:p>
          <a:p>
            <a:r>
              <a:rPr lang="en-US" sz="1600" b="1" dirty="0"/>
              <a:t>Raise tile elevation</a:t>
            </a:r>
            <a:r>
              <a:rPr lang="en-US" sz="1600" dirty="0"/>
              <a:t> with a layered fill: base #10171F + an inner radial accent (</a:t>
            </a:r>
            <a:r>
              <a:rPr lang="en-US" sz="1600" dirty="0" err="1"/>
              <a:t>rgba</a:t>
            </a:r>
            <a:r>
              <a:rPr lang="en-US" sz="1600" dirty="0"/>
              <a:t>(255,106,26,0.08)) so the artwork pops.</a:t>
            </a:r>
          </a:p>
          <a:p>
            <a:r>
              <a:rPr lang="en-US" sz="1600" b="1" dirty="0"/>
              <a:t>Promote borders to neon orange</a:t>
            </a:r>
            <a:r>
              <a:rPr lang="en-US" sz="1600" dirty="0"/>
              <a:t> as you suggested:</a:t>
            </a:r>
          </a:p>
          <a:p>
            <a:pPr lvl="1"/>
            <a:r>
              <a:rPr lang="en-US" sz="1600" dirty="0"/>
              <a:t>Default border: 1px solid </a:t>
            </a:r>
            <a:r>
              <a:rPr lang="en-US" sz="1600" dirty="0" err="1"/>
              <a:t>rgba</a:t>
            </a:r>
            <a:r>
              <a:rPr lang="en-US" sz="1600" dirty="0"/>
              <a:t>(255,106,26,0.55)</a:t>
            </a:r>
          </a:p>
          <a:p>
            <a:pPr lvl="1"/>
            <a:r>
              <a:rPr lang="en-US" sz="1600" dirty="0"/>
              <a:t>Hover/active: 2px solid #FF6A1A with an outer box-shadow: 0 0 18px </a:t>
            </a:r>
            <a:r>
              <a:rPr lang="en-US" sz="1600" dirty="0" err="1"/>
              <a:t>rgba</a:t>
            </a:r>
            <a:r>
              <a:rPr lang="en-US" sz="1600" dirty="0"/>
              <a:t>(255,106,26,0.55)</a:t>
            </a:r>
          </a:p>
          <a:p>
            <a:r>
              <a:rPr lang="en-US" sz="1600" b="1" dirty="0"/>
              <a:t>Differentiate Watch &amp; Play</a:t>
            </a:r>
            <a:r>
              <a:rPr lang="en-US" sz="1600" dirty="0"/>
              <a:t> (</a:t>
            </a:r>
            <a:r>
              <a:rPr lang="en-US" sz="1600" b="1" dirty="0">
                <a:highlight>
                  <a:srgbClr val="FFFF00"/>
                </a:highlight>
              </a:rPr>
              <a:t>the two primary actions</a:t>
            </a:r>
            <a:r>
              <a:rPr lang="en-US" sz="1600" dirty="0"/>
              <a:t>) with a slightly stronger orange wash on the background — e.g. a 6–8% orange overlay — while Earn &amp; Share keep cooler cyan accents. This creates an obvious primary/secondary visual hierarchy.</a:t>
            </a:r>
          </a:p>
          <a:p>
            <a:r>
              <a:rPr lang="en-US" sz="1600" b="1" dirty="0"/>
              <a:t>Label contrast:</a:t>
            </a:r>
            <a:r>
              <a:rPr lang="en-US" sz="1600" dirty="0"/>
              <a:t> lift label color to #F2F4F7 and the numeric prefix (01, 02…) to neon orange #FF6A1A for scan-ability.</a:t>
            </a:r>
          </a:p>
          <a:p>
            <a:pPr>
              <a:buNone/>
            </a:pPr>
            <a:br>
              <a:rPr lang="en-IN" sz="1600" dirty="0"/>
            </a:br>
            <a:endParaRPr lang="en-IN" sz="1600" dirty="0"/>
          </a:p>
        </p:txBody>
      </p:sp>
      <p:pic>
        <p:nvPicPr>
          <p:cNvPr id="7" name="Picture 6" descr="The image is a Fanverse Pro League promotional screen showcasing a futuristic stadium environment with options to watch, play, earn, and share, inviting users to enter the live hub.&#10;&#10;AI-generated content may be incorrect.">
            <a:extLst>
              <a:ext uri="{FF2B5EF4-FFF2-40B4-BE49-F238E27FC236}">
                <a16:creationId xmlns:a16="http://schemas.microsoft.com/office/drawing/2014/main" id="{DE90FDFE-9232-4A28-267E-9D8786C4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6089" r="-87" b="2701"/>
          <a:stretch>
            <a:fillRect/>
          </a:stretch>
        </p:blipFill>
        <p:spPr>
          <a:xfrm>
            <a:off x="307326" y="336756"/>
            <a:ext cx="2947149" cy="581086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F3F25C-BEA6-9093-CF2C-C4676625EF75}"/>
              </a:ext>
            </a:extLst>
          </p:cNvPr>
          <p:cNvCxnSpPr>
            <a:cxnSpLocks/>
          </p:cNvCxnSpPr>
          <p:nvPr/>
        </p:nvCxnSpPr>
        <p:spPr>
          <a:xfrm>
            <a:off x="1497790" y="2290172"/>
            <a:ext cx="2592429" cy="2016357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BA9D24-4F2B-B584-F20A-07E70C02DACE}"/>
              </a:ext>
            </a:extLst>
          </p:cNvPr>
          <p:cNvCxnSpPr>
            <a:cxnSpLocks/>
          </p:cNvCxnSpPr>
          <p:nvPr/>
        </p:nvCxnSpPr>
        <p:spPr>
          <a:xfrm>
            <a:off x="1254874" y="1434023"/>
            <a:ext cx="2763844" cy="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B192839C-BDE2-EBF6-5A81-43ADBCC2126B}"/>
              </a:ext>
            </a:extLst>
          </p:cNvPr>
          <p:cNvSpPr txBox="1">
            <a:spLocks/>
          </p:cNvSpPr>
          <p:nvPr/>
        </p:nvSpPr>
        <p:spPr>
          <a:xfrm>
            <a:off x="3790191" y="154859"/>
            <a:ext cx="425181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Agentic AI Inputs</a:t>
            </a:r>
          </a:p>
        </p:txBody>
      </p:sp>
    </p:spTree>
    <p:extLst>
      <p:ext uri="{BB962C8B-B14F-4D97-AF65-F5344CB8AC3E}">
        <p14:creationId xmlns:p14="http://schemas.microsoft.com/office/powerpoint/2010/main" val="390886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453A-00F7-4ADE-43A2-86534BAB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6AE16E-3BBD-EB09-9BA9-B6680A013FF4}"/>
              </a:ext>
            </a:extLst>
          </p:cNvPr>
          <p:cNvSpPr txBox="1"/>
          <p:nvPr/>
        </p:nvSpPr>
        <p:spPr>
          <a:xfrm>
            <a:off x="4090219" y="786582"/>
            <a:ext cx="7521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Hub Grid — Watch / Play / Earn / Share (Visibility Issue)</a:t>
            </a:r>
          </a:p>
          <a:p>
            <a:r>
              <a:rPr lang="en-US" sz="1600" b="1" dirty="0"/>
              <a:t>Observed on live build:</a:t>
            </a:r>
            <a:r>
              <a:rPr lang="en-US" sz="1600" dirty="0"/>
              <a:t> Confirmed. Against the near-black background, the four</a:t>
            </a:r>
            <a:endParaRPr lang="en-IN" sz="1600" dirty="0"/>
          </a:p>
        </p:txBody>
      </p:sp>
      <p:pic>
        <p:nvPicPr>
          <p:cNvPr id="7" name="Picture 6" descr="The image is a Fanverse Pro League promotional screen showcasing a futuristic stadium environment with options to watch, play, earn, and share, inviting users to enter the live hub.&#10;&#10;AI-generated content may be incorrect.">
            <a:extLst>
              <a:ext uri="{FF2B5EF4-FFF2-40B4-BE49-F238E27FC236}">
                <a16:creationId xmlns:a16="http://schemas.microsoft.com/office/drawing/2014/main" id="{940C4630-401C-79B6-694A-631C88DA82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6089" r="-87" b="2701"/>
          <a:stretch>
            <a:fillRect/>
          </a:stretch>
        </p:blipFill>
        <p:spPr>
          <a:xfrm>
            <a:off x="307326" y="336756"/>
            <a:ext cx="2947149" cy="581086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24BA58-AE0D-5979-480A-1AF3C48D6822}"/>
              </a:ext>
            </a:extLst>
          </p:cNvPr>
          <p:cNvCxnSpPr>
            <a:cxnSpLocks/>
          </p:cNvCxnSpPr>
          <p:nvPr/>
        </p:nvCxnSpPr>
        <p:spPr>
          <a:xfrm>
            <a:off x="1497790" y="2169958"/>
            <a:ext cx="2592429" cy="43559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02C77E-5E64-0F32-46C7-345713F414E7}"/>
              </a:ext>
            </a:extLst>
          </p:cNvPr>
          <p:cNvCxnSpPr>
            <a:cxnSpLocks/>
          </p:cNvCxnSpPr>
          <p:nvPr/>
        </p:nvCxnSpPr>
        <p:spPr>
          <a:xfrm>
            <a:off x="1254874" y="1434023"/>
            <a:ext cx="2763844" cy="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6C46B6B-4A43-906B-5162-69F17E406D5C}"/>
              </a:ext>
            </a:extLst>
          </p:cNvPr>
          <p:cNvSpPr txBox="1">
            <a:spLocks/>
          </p:cNvSpPr>
          <p:nvPr/>
        </p:nvSpPr>
        <p:spPr>
          <a:xfrm>
            <a:off x="3790191" y="154859"/>
            <a:ext cx="425181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Agentic AI Inputs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02D6A6-A7B1-9327-9098-6D03403F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442915"/>
              </p:ext>
            </p:extLst>
          </p:nvPr>
        </p:nvGraphicFramePr>
        <p:xfrm>
          <a:off x="4018718" y="1517355"/>
          <a:ext cx="6712974" cy="3992880"/>
        </p:xfrm>
        <a:graphic>
          <a:graphicData uri="http://schemas.openxmlformats.org/drawingml/2006/table">
            <a:tbl>
              <a:tblPr/>
              <a:tblGrid>
                <a:gridCol w="2237658">
                  <a:extLst>
                    <a:ext uri="{9D8B030D-6E8A-4147-A177-3AD203B41FA5}">
                      <a16:colId xmlns:a16="http://schemas.microsoft.com/office/drawing/2014/main" val="737721967"/>
                    </a:ext>
                  </a:extLst>
                </a:gridCol>
                <a:gridCol w="2237658">
                  <a:extLst>
                    <a:ext uri="{9D8B030D-6E8A-4147-A177-3AD203B41FA5}">
                      <a16:colId xmlns:a16="http://schemas.microsoft.com/office/drawing/2014/main" val="713232650"/>
                    </a:ext>
                  </a:extLst>
                </a:gridCol>
                <a:gridCol w="2237658">
                  <a:extLst>
                    <a:ext uri="{9D8B030D-6E8A-4147-A177-3AD203B41FA5}">
                      <a16:colId xmlns:a16="http://schemas.microsoft.com/office/drawing/2014/main" val="4202012882"/>
                    </a:ext>
                  </a:extLst>
                </a:gridCol>
              </a:tblGrid>
              <a:tr h="31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Token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Use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Hex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349717"/>
                  </a:ext>
                </a:extLst>
              </a:tr>
              <a:tr h="5282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  <a:latin typeface="Courier New" panose="02070309020205020404" pitchFamily="49" charset="0"/>
                        </a:rPr>
                        <a:t>--accent-primary</a:t>
                      </a:r>
                      <a:endParaRPr lang="en-IN" dirty="0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Watch/Play tiles, CTA, key borders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#FF6A1A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267376"/>
                  </a:ext>
                </a:extLst>
              </a:tr>
              <a:tr h="5282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--accent-glow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Outer glow on hover/active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rgba(255,106,26,0.55)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9778"/>
                  </a:ext>
                </a:extLst>
              </a:tr>
              <a:tr h="5282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--accent-secondary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Earn/Share, links, badges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#3DD6FF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145168"/>
                  </a:ext>
                </a:extLst>
              </a:tr>
              <a:tr h="31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--surface-1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Card base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#10171F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070711"/>
                  </a:ext>
                </a:extLst>
              </a:tr>
              <a:tr h="31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--surface-2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Page background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#070A0F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22906"/>
                  </a:ext>
                </a:extLst>
              </a:tr>
              <a:tr h="31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--text-high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Headings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#FFFFFF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837405"/>
                  </a:ext>
                </a:extLst>
              </a:tr>
              <a:tr h="31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--text-mid</a:t>
                      </a:r>
                      <a:endParaRPr lang="en-IN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Body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  <a:latin typeface="Courier New" panose="02070309020205020404" pitchFamily="49" charset="0"/>
                        </a:rPr>
                        <a:t>#D5DBE3</a:t>
                      </a:r>
                      <a:endParaRPr lang="en-IN" dirty="0">
                        <a:effectLst/>
                      </a:endParaRP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3132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81E48A6-0D63-DDB8-FB26-5F4392F15B7C}"/>
              </a:ext>
            </a:extLst>
          </p:cNvPr>
          <p:cNvSpPr txBox="1"/>
          <p:nvPr/>
        </p:nvSpPr>
        <p:spPr>
          <a:xfrm>
            <a:off x="3517272" y="5656233"/>
            <a:ext cx="7996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Applying this token set across hub tiles, the "LIVE ARENA ENTRY </a:t>
            </a:r>
            <a:r>
              <a:rPr lang="en-US" sz="1400" b="1" dirty="0">
                <a:solidFill>
                  <a:srgbClr val="232425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GATE</a:t>
            </a:r>
            <a:r>
              <a:rPr lang="en-US" sz="1400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" pill, and the CTA will make the orange feel intentional rather than incidental.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50522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B6C7DC-96EE-6001-CA13-9E678B0B4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95" y="688258"/>
            <a:ext cx="3216070" cy="5717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CEB19-CE87-8E27-3945-B06A0542E636}"/>
              </a:ext>
            </a:extLst>
          </p:cNvPr>
          <p:cNvSpPr txBox="1"/>
          <p:nvPr/>
        </p:nvSpPr>
        <p:spPr>
          <a:xfrm>
            <a:off x="3962399" y="773149"/>
            <a:ext cx="7207045" cy="554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b="1" i="0" dirty="0">
                <a:solidFill>
                  <a:srgbClr val="232425"/>
                </a:solidFill>
                <a:effectLst/>
              </a:rPr>
              <a:t>Key changes visualized in this mockup</a:t>
            </a:r>
            <a:endParaRPr lang="en-US" b="0" i="0" dirty="0">
              <a:solidFill>
                <a:srgbClr val="232425"/>
              </a:solidFill>
              <a:effectLst/>
            </a:endParaRP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Top bar icons now carry subtle orange glow rings → clearly clickable, with a notification badge on the bell.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Watch &amp; Play tiles use </a:t>
            </a:r>
            <a:r>
              <a:rPr lang="en-US" b="1" i="0" dirty="0">
                <a:solidFill>
                  <a:srgbClr val="232425"/>
                </a:solidFill>
                <a:effectLst/>
              </a:rPr>
              <a:t>bright neon-orange borders</a:t>
            </a:r>
            <a:r>
              <a:rPr lang="en-US" b="0" i="0" dirty="0">
                <a:solidFill>
                  <a:srgbClr val="232425"/>
                </a:solidFill>
                <a:effectLst/>
              </a:rPr>
              <a:t> with outer glow → instantly become the primary CTAs.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Earn &amp; Share tiles use cyan borders → clear secondary hierarchy.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"IS YOURS" </a:t>
            </a:r>
            <a:r>
              <a:rPr lang="en-US" b="0" i="0" dirty="0" err="1">
                <a:solidFill>
                  <a:srgbClr val="232425"/>
                </a:solidFill>
                <a:effectLst/>
              </a:rPr>
              <a:t>recoloured</a:t>
            </a:r>
            <a:r>
              <a:rPr lang="en-US" b="0" i="0" dirty="0">
                <a:solidFill>
                  <a:srgbClr val="232425"/>
                </a:solidFill>
                <a:effectLst/>
              </a:rPr>
              <a:t> to the orange gradient so the headline anchors to the brand accent (no more competing blue).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Body copy tightened to a 14-word single-line-feel paragraph.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"ENTER LIVE HUB" CTA: solid orange gradient #FF6A1A → #FF8A3D with pure white text and outer glow.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2425"/>
                </a:solidFill>
                <a:effectLst/>
              </a:rPr>
              <a:t>Floating chat bubble: dark fill + orange outline (no longer competes with the CTA).</a:t>
            </a:r>
          </a:p>
          <a:p>
            <a:pPr>
              <a:buNone/>
            </a:pPr>
            <a:br>
              <a:rPr lang="en-US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964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AFDC-BB39-FF73-7A50-902E9CC5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D03394-B5F2-1043-83B8-B3413D3E3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785631"/>
              </p:ext>
            </p:extLst>
          </p:nvPr>
        </p:nvGraphicFramePr>
        <p:xfrm>
          <a:off x="226140" y="1116512"/>
          <a:ext cx="9311151" cy="5344325"/>
        </p:xfrm>
        <a:graphic>
          <a:graphicData uri="http://schemas.openxmlformats.org/drawingml/2006/table">
            <a:tbl>
              <a:tblPr/>
              <a:tblGrid>
                <a:gridCol w="3035023">
                  <a:extLst>
                    <a:ext uri="{9D8B030D-6E8A-4147-A177-3AD203B41FA5}">
                      <a16:colId xmlns:a16="http://schemas.microsoft.com/office/drawing/2014/main" val="2186964097"/>
                    </a:ext>
                  </a:extLst>
                </a:gridCol>
                <a:gridCol w="3138064">
                  <a:extLst>
                    <a:ext uri="{9D8B030D-6E8A-4147-A177-3AD203B41FA5}">
                      <a16:colId xmlns:a16="http://schemas.microsoft.com/office/drawing/2014/main" val="2259759389"/>
                    </a:ext>
                  </a:extLst>
                </a:gridCol>
                <a:gridCol w="3138064">
                  <a:extLst>
                    <a:ext uri="{9D8B030D-6E8A-4147-A177-3AD203B41FA5}">
                      <a16:colId xmlns:a16="http://schemas.microsoft.com/office/drawing/2014/main" val="608202076"/>
                    </a:ext>
                  </a:extLst>
                </a:gridCol>
              </a:tblGrid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Token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Hex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Usage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2339"/>
                  </a:ext>
                </a:extLst>
              </a:tr>
              <a:tr h="6032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--accent-primary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#FF6A1A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Primary CTA, Watch/Play borders, active states, focus rings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254274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--accent-primary-hover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#FF8A3D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Hover gradient stop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103715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--accent-primary-pressed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#E0571A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Pressed/active state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939718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--accent-glow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 err="1">
                          <a:effectLst/>
                          <a:latin typeface="Aptos" panose="020B0004020202020204" pitchFamily="34" charset="0"/>
                        </a:rPr>
                        <a:t>rgba</a:t>
                      </a: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(255,106,26,0.55)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Outer glow box-shadow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189051"/>
                  </a:ext>
                </a:extLst>
              </a:tr>
              <a:tr h="421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--accent-secondary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#3DD6FF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Earn/Share borders, info chips, links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449675"/>
                  </a:ext>
                </a:extLst>
              </a:tr>
              <a:tr h="421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--accent-warning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#F5C518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Gold badge, "XP Multiplier" highlights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59265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--surface-0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#070A0F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Page background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841245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--surface-1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#10171F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Aptos" panose="020B0004020202020204" pitchFamily="34" charset="0"/>
                        </a:rPr>
                        <a:t>Cards, hub tiles, input fields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409914"/>
                  </a:ext>
                </a:extLst>
              </a:tr>
              <a:tr h="421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--surface-2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#1A2330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Elevated cards (System Analytics)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303710"/>
                  </a:ext>
                </a:extLst>
              </a:tr>
              <a:tr h="3281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--stroke-subtle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#1F2937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Dividers, low-emphasis borders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61268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--text-high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#FFFFFF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H1, H2, button labels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61309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--text-mid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#E2E7EE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Body copy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582316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--text-low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#94A0AE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Captions, helper text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227629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--success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#22C55E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"OTP has been sent"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939034"/>
                  </a:ext>
                </a:extLst>
              </a:tr>
              <a:tr h="2388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--danger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#EF4444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Error states</a:t>
                      </a:r>
                    </a:p>
                  </a:txBody>
                  <a:tcPr marL="66433" marR="66433" marT="33216" marB="332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011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BD2E3A-2F65-1891-942E-11F20826A3EC}"/>
              </a:ext>
            </a:extLst>
          </p:cNvPr>
          <p:cNvSpPr txBox="1"/>
          <p:nvPr/>
        </p:nvSpPr>
        <p:spPr>
          <a:xfrm>
            <a:off x="117986" y="617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2.1 </a:t>
            </a:r>
            <a:r>
              <a:rPr lang="en-IN" b="1" i="0" dirty="0" err="1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Color</a:t>
            </a:r>
            <a:r>
              <a:rPr lang="en-IN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 Tokens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2041E-682C-7674-609B-C10C67439BA7}"/>
              </a:ext>
            </a:extLst>
          </p:cNvPr>
          <p:cNvSpPr txBox="1"/>
          <p:nvPr/>
        </p:nvSpPr>
        <p:spPr>
          <a:xfrm>
            <a:off x="117986" y="1602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b="1" i="0" dirty="0">
                <a:solidFill>
                  <a:srgbClr val="232425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Developer-Ready Design Spec</a:t>
            </a:r>
          </a:p>
        </p:txBody>
      </p:sp>
    </p:spTree>
    <p:extLst>
      <p:ext uri="{BB962C8B-B14F-4D97-AF65-F5344CB8AC3E}">
        <p14:creationId xmlns:p14="http://schemas.microsoft.com/office/powerpoint/2010/main" val="127001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B06C-3E35-FC85-DA42-8BBCBE1A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C03DF8-EEF4-1B61-3984-BC0355642EB4}"/>
              </a:ext>
            </a:extLst>
          </p:cNvPr>
          <p:cNvSpPr txBox="1"/>
          <p:nvPr/>
        </p:nvSpPr>
        <p:spPr>
          <a:xfrm>
            <a:off x="393290" y="798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2.2 Typography Ramp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92E72-76A4-F3ED-8424-E223CFC06673}"/>
              </a:ext>
            </a:extLst>
          </p:cNvPr>
          <p:cNvSpPr txBox="1"/>
          <p:nvPr/>
        </p:nvSpPr>
        <p:spPr>
          <a:xfrm>
            <a:off x="393290" y="2437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b="1" i="0" dirty="0">
                <a:solidFill>
                  <a:srgbClr val="232425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Developer-Ready Design Spec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5FD359-5108-9100-B981-11A9D7073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993535"/>
              </p:ext>
            </p:extLst>
          </p:nvPr>
        </p:nvGraphicFramePr>
        <p:xfrm>
          <a:off x="393290" y="1353111"/>
          <a:ext cx="9266740" cy="4351334"/>
        </p:xfrm>
        <a:graphic>
          <a:graphicData uri="http://schemas.openxmlformats.org/drawingml/2006/table">
            <a:tbl>
              <a:tblPr/>
              <a:tblGrid>
                <a:gridCol w="1853348">
                  <a:extLst>
                    <a:ext uri="{9D8B030D-6E8A-4147-A177-3AD203B41FA5}">
                      <a16:colId xmlns:a16="http://schemas.microsoft.com/office/drawing/2014/main" val="615404545"/>
                    </a:ext>
                  </a:extLst>
                </a:gridCol>
                <a:gridCol w="1853348">
                  <a:extLst>
                    <a:ext uri="{9D8B030D-6E8A-4147-A177-3AD203B41FA5}">
                      <a16:colId xmlns:a16="http://schemas.microsoft.com/office/drawing/2014/main" val="2154711297"/>
                    </a:ext>
                  </a:extLst>
                </a:gridCol>
                <a:gridCol w="1853348">
                  <a:extLst>
                    <a:ext uri="{9D8B030D-6E8A-4147-A177-3AD203B41FA5}">
                      <a16:colId xmlns:a16="http://schemas.microsoft.com/office/drawing/2014/main" val="2254472606"/>
                    </a:ext>
                  </a:extLst>
                </a:gridCol>
                <a:gridCol w="1853348">
                  <a:extLst>
                    <a:ext uri="{9D8B030D-6E8A-4147-A177-3AD203B41FA5}">
                      <a16:colId xmlns:a16="http://schemas.microsoft.com/office/drawing/2014/main" val="566608771"/>
                    </a:ext>
                  </a:extLst>
                </a:gridCol>
                <a:gridCol w="1853348">
                  <a:extLst>
                    <a:ext uri="{9D8B030D-6E8A-4147-A177-3AD203B41FA5}">
                      <a16:colId xmlns:a16="http://schemas.microsoft.com/office/drawing/2014/main" val="2172277835"/>
                    </a:ext>
                  </a:extLst>
                </a:gridCol>
              </a:tblGrid>
              <a:tr h="349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Style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Family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Size / Line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Weight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Letter-spacing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074864"/>
                  </a:ext>
                </a:extLst>
              </a:tr>
              <a:tr h="590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</a:rPr>
                        <a:t>Display (THE ARENA IS YOURS)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Inter / Eurostile, italic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32 / 38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800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-0.5px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5140"/>
                  </a:ext>
                </a:extLst>
              </a:tr>
              <a:tr h="8326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H2 (PREMIUM PARTNERS, VERIFY TOKEN)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Inter, italic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24 / 30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700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631791"/>
                  </a:ext>
                </a:extLst>
              </a:tr>
              <a:tr h="590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</a:rPr>
                        <a:t>H3 (Tile labels WATCH/PLAY)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Inter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16 / 22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700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+1px, uppercase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45289"/>
                  </a:ext>
                </a:extLst>
              </a:tr>
              <a:tr h="590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Tile numeral (01, 02…)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JetBrains Mono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12 / 16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600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+1.5px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253057"/>
                  </a:ext>
                </a:extLst>
              </a:tr>
              <a:tr h="349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Body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Inter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15 / 24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500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+0.2px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028479"/>
                  </a:ext>
                </a:extLst>
              </a:tr>
              <a:tr h="349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Caption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Inter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12 / 18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500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+0.6px, uppercase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285577"/>
                  </a:ext>
                </a:extLst>
              </a:tr>
              <a:tr h="349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Button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Inter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15 / 20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700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+1.2px, uppercase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860968"/>
                  </a:ext>
                </a:extLst>
              </a:tr>
              <a:tr h="349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OTP digit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JetBrains Mono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28 / 32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700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0</a:t>
                      </a:r>
                    </a:p>
                  </a:txBody>
                  <a:tcPr marL="107440" marR="107440" marT="53720" marB="5372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983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37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AC06D-7AE8-5501-DD90-994A2139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97E0A9-8ADC-B9E7-C99D-EB56F27CAB75}"/>
              </a:ext>
            </a:extLst>
          </p:cNvPr>
          <p:cNvSpPr txBox="1"/>
          <p:nvPr/>
        </p:nvSpPr>
        <p:spPr>
          <a:xfrm>
            <a:off x="393289" y="935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Developer-Ready Design Spec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8D108-1C6F-C756-2AD8-1C3DD951BA99}"/>
              </a:ext>
            </a:extLst>
          </p:cNvPr>
          <p:cNvSpPr txBox="1"/>
          <p:nvPr/>
        </p:nvSpPr>
        <p:spPr>
          <a:xfrm>
            <a:off x="393289" y="462871"/>
            <a:ext cx="10402530" cy="248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sz="1600" b="1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2.3 Spacing Scale (8-pt grid)</a:t>
            </a:r>
          </a:p>
          <a:p>
            <a:pPr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4 · 8 · 12 · 16 · 20 · 24 · 32 · 40 · 56 · 80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Screen edge padding: </a:t>
            </a:r>
            <a:r>
              <a:rPr lang="en-IN" sz="1600" b="1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16px</a:t>
            </a: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 (mobile), </a:t>
            </a:r>
            <a:r>
              <a:rPr lang="en-IN" sz="1600" b="1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24px</a:t>
            </a: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 (≥768px)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Tile grid gap: </a:t>
            </a:r>
            <a:r>
              <a:rPr lang="en-IN" sz="1600" b="1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12px</a:t>
            </a:r>
            <a:endParaRPr lang="en-IN" sz="1600" b="0" i="0" dirty="0">
              <a:solidFill>
                <a:srgbClr val="232425"/>
              </a:solidFill>
              <a:effectLst/>
              <a:latin typeface="Aptos" panose="020B0004020202020204" pitchFamily="34" charset="0"/>
            </a:endParaRP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Section vertical rhythm: </a:t>
            </a:r>
            <a:r>
              <a:rPr lang="en-IN" sz="1600" b="1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40px</a:t>
            </a: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 between major blocks</a:t>
            </a:r>
          </a:p>
          <a:p>
            <a:pPr algn="l">
              <a:lnSpc>
                <a:spcPts val="21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Form field vertical gap: </a:t>
            </a:r>
            <a:r>
              <a:rPr lang="en-IN" sz="1600" b="1" i="0" dirty="0">
                <a:solidFill>
                  <a:srgbClr val="232425"/>
                </a:solidFill>
                <a:effectLst/>
                <a:latin typeface="Aptos" panose="020B0004020202020204" pitchFamily="34" charset="0"/>
              </a:rPr>
              <a:t>20px</a:t>
            </a:r>
            <a:endParaRPr lang="en-IN" sz="1600" b="0" i="0" dirty="0">
              <a:solidFill>
                <a:srgbClr val="232425"/>
              </a:solidFill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722F10-B4EB-9645-3114-01DDD817F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285090"/>
              </p:ext>
            </p:extLst>
          </p:nvPr>
        </p:nvGraphicFramePr>
        <p:xfrm>
          <a:off x="481780" y="3429000"/>
          <a:ext cx="6872748" cy="3169920"/>
        </p:xfrm>
        <a:graphic>
          <a:graphicData uri="http://schemas.openxmlformats.org/drawingml/2006/table">
            <a:tbl>
              <a:tblPr/>
              <a:tblGrid>
                <a:gridCol w="3436374">
                  <a:extLst>
                    <a:ext uri="{9D8B030D-6E8A-4147-A177-3AD203B41FA5}">
                      <a16:colId xmlns:a16="http://schemas.microsoft.com/office/drawing/2014/main" val="885278441"/>
                    </a:ext>
                  </a:extLst>
                </a:gridCol>
                <a:gridCol w="3436374">
                  <a:extLst>
                    <a:ext uri="{9D8B030D-6E8A-4147-A177-3AD203B41FA5}">
                      <a16:colId xmlns:a16="http://schemas.microsoft.com/office/drawing/2014/main" val="1516448747"/>
                    </a:ext>
                  </a:extLst>
                </a:gridCol>
              </a:tblGrid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  <a:latin typeface="Aptos" panose="020B0004020202020204" pitchFamily="34" charset="0"/>
                        </a:rPr>
                        <a:t>Token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  <a:latin typeface="Aptos" panose="020B0004020202020204" pitchFamily="34" charset="0"/>
                        </a:rPr>
                        <a:t>Value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565002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--radius-sm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6px (inputs, OTP cells)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680236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  <a:latin typeface="Aptos" panose="020B0004020202020204" pitchFamily="34" charset="0"/>
                        </a:rPr>
                        <a:t>--radius-md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12px (tiles, cards)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395704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--radius-lg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16px (modals)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58420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--radius-pill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  <a:latin typeface="Aptos" panose="020B0004020202020204" pitchFamily="34" charset="0"/>
                        </a:rPr>
                        <a:t>999px (status chips, CTAs)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7441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--shadow-card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  <a:latin typeface="Aptos" panose="020B0004020202020204" pitchFamily="34" charset="0"/>
                        </a:rPr>
                        <a:t>0 4px 16px </a:t>
                      </a:r>
                      <a:r>
                        <a:rPr lang="en-IN" b="1" dirty="0" err="1">
                          <a:effectLst/>
                          <a:latin typeface="Aptos" panose="020B0004020202020204" pitchFamily="34" charset="0"/>
                        </a:rPr>
                        <a:t>rgba</a:t>
                      </a:r>
                      <a:r>
                        <a:rPr lang="en-IN" b="1" dirty="0">
                          <a:effectLst/>
                          <a:latin typeface="Aptos" panose="020B0004020202020204" pitchFamily="34" charset="0"/>
                        </a:rPr>
                        <a:t>(0,0,0,0.4)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096489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--shadow-cta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b="1" dirty="0">
                          <a:effectLst/>
                          <a:latin typeface="Aptos" panose="020B0004020202020204" pitchFamily="34" charset="0"/>
                        </a:rPr>
                        <a:t>0 0 24px rgba(255,106,26,0.6)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102172"/>
                  </a:ext>
                </a:extLst>
              </a:tr>
              <a:tr h="3562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  <a:latin typeface="Aptos" panose="020B0004020202020204" pitchFamily="34" charset="0"/>
                        </a:rPr>
                        <a:t>--shadow-cta-hover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b="1" dirty="0">
                          <a:effectLst/>
                          <a:latin typeface="Aptos" panose="020B0004020202020204" pitchFamily="34" charset="0"/>
                        </a:rPr>
                        <a:t>0 0 32px rgba(255,106,26,0.75)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405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D1F89E-1695-C586-E489-56DD448F7DE9}"/>
              </a:ext>
            </a:extLst>
          </p:cNvPr>
          <p:cNvSpPr txBox="1"/>
          <p:nvPr/>
        </p:nvSpPr>
        <p:spPr>
          <a:xfrm>
            <a:off x="393289" y="2948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600"/>
              </a:spcAft>
              <a:buNone/>
            </a:pPr>
            <a:r>
              <a:rPr lang="en-IN" b="1" i="0" dirty="0">
                <a:solidFill>
                  <a:srgbClr val="232425"/>
                </a:solidFill>
                <a:effectLst/>
                <a:latin typeface="Arial" panose="020B0604020202020204" pitchFamily="34" charset="0"/>
              </a:rPr>
              <a:t>2.4 Radii &amp; Elevation</a:t>
            </a:r>
          </a:p>
        </p:txBody>
      </p:sp>
    </p:spTree>
    <p:extLst>
      <p:ext uri="{BB962C8B-B14F-4D97-AF65-F5344CB8AC3E}">
        <p14:creationId xmlns:p14="http://schemas.microsoft.com/office/powerpoint/2010/main" val="132046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0963-8168-31C2-F94B-A5DA6804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the FANVERSE user interface with sections for notifications, settings, profile, preferences, achievements, and various game-related statistics.&#10;&#10;AI-generated content may be incorrect.">
            <a:extLst>
              <a:ext uri="{FF2B5EF4-FFF2-40B4-BE49-F238E27FC236}">
                <a16:creationId xmlns:a16="http://schemas.microsoft.com/office/drawing/2014/main" id="{9A8871F8-F6E8-8A10-F14D-AD0E05BF0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85" y="206477"/>
            <a:ext cx="10968430" cy="616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5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s a visual representation of a user interface for a FANVERSE component library, featuring various interactive elements such as buttons, input fields, check boxes, toggles, dropdowns, and badges, each with different states and functionalities.&#10;&#10;AI-generated content may be incorrect.">
            <a:extLst>
              <a:ext uri="{FF2B5EF4-FFF2-40B4-BE49-F238E27FC236}">
                <a16:creationId xmlns:a16="http://schemas.microsoft.com/office/drawing/2014/main" id="{8B4CE1DD-54C4-620E-EFD0-586DDAD8D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1740"/>
            <a:ext cx="4406304" cy="583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1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686E-FEC5-F53B-2629-2C4FF192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B1EC-F4E2-D358-E193-F7EF05742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0" y="335782"/>
            <a:ext cx="11051460" cy="971907"/>
          </a:xfrm>
        </p:spPr>
        <p:txBody>
          <a:bodyPr>
            <a:normAutofit/>
          </a:bodyPr>
          <a:lstStyle/>
          <a:p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B8D76-F99E-98C2-3E38-C018C2DA4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0" y="1861729"/>
            <a:ext cx="9144000" cy="1655762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Picture 4" descr="The image displays the FANVERSE user interface with sections for notifications, settings, profile, preferences, achievements, and various game-related statistics.&#10;&#10;AI-generated content may be incorrect.">
            <a:extLst>
              <a:ext uri="{FF2B5EF4-FFF2-40B4-BE49-F238E27FC236}">
                <a16:creationId xmlns:a16="http://schemas.microsoft.com/office/drawing/2014/main" id="{E3B3B93A-A717-B4E9-1F6F-C73E217DB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2" y="190499"/>
            <a:ext cx="10879668" cy="611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3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F3616-B300-D715-58DF-2A00ED96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18B9-95D1-477D-A629-0E0B87726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0" y="335782"/>
            <a:ext cx="11051460" cy="971907"/>
          </a:xfrm>
        </p:spPr>
        <p:txBody>
          <a:bodyPr>
            <a:normAutofit/>
          </a:bodyPr>
          <a:lstStyle/>
          <a:p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99509-FC60-C7A0-E7AD-948AB358E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0" y="1861729"/>
            <a:ext cx="9144000" cy="165576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7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EE05-BD1A-DA9A-7DE3-B76421460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60154A-6730-54ED-1265-946C022E1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116" y="733530"/>
            <a:ext cx="2777376" cy="5883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672F0C-8940-CAFC-29DE-0D4F84C0B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41" y="983470"/>
            <a:ext cx="2555431" cy="5538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B19CAF-A3B5-3129-DD7C-CA294C1C8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653" y="298520"/>
            <a:ext cx="2888641" cy="6260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625EEA-82A5-C98B-722A-6F7D8225AC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579" y="597040"/>
            <a:ext cx="2777376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05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3257-4012-B6CB-FA90-CC725E78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8449-4B83-FC76-BDEF-C47EFE358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0" y="335782"/>
            <a:ext cx="11051460" cy="971907"/>
          </a:xfrm>
        </p:spPr>
        <p:txBody>
          <a:bodyPr>
            <a:normAutofit/>
          </a:bodyPr>
          <a:lstStyle/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615BB-0BC2-22CA-6FEF-3FEEFAF47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40" y="-127819"/>
            <a:ext cx="316409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C8E45C-C974-103B-32F3-EDD305CFE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811" y="324464"/>
            <a:ext cx="2864700" cy="6209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2449D-969F-E264-04AE-B770766BD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310" y="-335782"/>
            <a:ext cx="3164099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6D36A2-54E3-9929-C6F9-1C0AEB181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14" y="189604"/>
            <a:ext cx="2939845" cy="6371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1B45E8-C404-56F5-BBC8-DC954B5CE2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761" y="-335782"/>
            <a:ext cx="3164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2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1098</Words>
  <Application>Microsoft Office PowerPoint</Application>
  <PresentationFormat>Widescreen</PresentationFormat>
  <Paragraphs>189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Very Dark background and the 4 Hub buttons are not visible properly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Jain</dc:creator>
  <cp:lastModifiedBy>Tushar Jain</cp:lastModifiedBy>
  <cp:revision>1</cp:revision>
  <dcterms:created xsi:type="dcterms:W3CDTF">2026-05-14T09:57:23Z</dcterms:created>
  <dcterms:modified xsi:type="dcterms:W3CDTF">2026-05-14T18:41:49Z</dcterms:modified>
</cp:coreProperties>
</file>